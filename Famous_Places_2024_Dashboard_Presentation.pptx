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8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036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1430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FAMOUS PLACES 2024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9258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 &amp; Key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CA3AF"/>
                </a:solidFill>
              </a:rPr>
              <a:t>A comprehensive analysis of the world's most visited tourist destinations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March 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1188720"/>
          </a:xfrm>
          <a:prstGeom prst="rect">
            <a:avLst/>
          </a:prstGeom>
          <a:solidFill>
            <a:srgbClr val="252A34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9333EA"/>
                </a:solidFill>
              </a:rPr>
              <a:t>340M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Annual Visitors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2011680" cy="1188720"/>
          </a:xfrm>
          <a:prstGeom prst="rect">
            <a:avLst/>
          </a:prstGeom>
          <a:solidFill>
            <a:srgbClr val="252A34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9333EA"/>
                </a:solidFill>
              </a:rPr>
              <a:t>$18B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6517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Tourism Revenue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2011680" cy="1188720"/>
          </a:xfrm>
          <a:prstGeom prst="rect">
            <a:avLst/>
          </a:prstGeom>
          <a:solidFill>
            <a:srgbClr val="252A34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9333EA"/>
                </a:solidFill>
              </a:rPr>
              <a:t>30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Destinations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2011680" cy="1188720"/>
          </a:xfrm>
          <a:prstGeom prst="rect">
            <a:avLst/>
          </a:prstGeom>
          <a:solidFill>
            <a:srgbClr val="252A34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9333EA"/>
                </a:solidFill>
              </a:rPr>
              <a:t>17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0408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UNESCO Sites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D29"/>
                </a:solidFill>
              </a:rPr>
              <a:t>Dashboard Highlights: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</a:rPr>
              <a:t>Three-page interactive dashboard covering Overview, Financial Performance, and Visitor Insights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</a:rPr>
              <a:t>Comprehensive analysis of 30 world-famous destinations across 14 countries and 10 regions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</a:rPr>
              <a:t>Interactive navigation panel enabling seamless transition between analytical views</a:t>
            </a: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</a:rPr>
              <a:t>Dark modern theme optimized for executive presentations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5B6"/>
                </a:solidFill>
              </a:rPr>
              <a:t>Page 1: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333EA"/>
                </a:solidFill>
              </a:rPr>
              <a:t>WHERE ARE THE FAMOUS PLACES AND HOW POPULAR ARE THEY?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252A3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Performance Indicators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Total Visitors (340M)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Total Revenue ($18B)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Total Places (30)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UNESCO Sites (17)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Avg Visitors per Place (11.33M)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9"/>
                </a:solidFill>
              </a:rPr>
              <a:t>Visual Components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Global Distribution Map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Top 10 Most Visited Places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338328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Top 5 Countries by Places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402336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Visitors by Region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A67C0A-1978-CB42-383E-836901129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8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5B6"/>
                </a:solidFill>
              </a:rPr>
              <a:t>Page 2: Financial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333EA"/>
                </a:solidFill>
              </a:rPr>
              <a:t>WHERE IS REVENUE GENERATED AND WHAT PRICING WORKS?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252A3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Performance Indicators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Total Revenue ($18B)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Avg Revenue per Visitor ($52)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Avg Entry Fee ($25)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Free Attractions (9)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Paid Attractions (21)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9"/>
                </a:solidFill>
              </a:rPr>
              <a:t>Visual Components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Revenue by Type (Treemap)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651760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Revenue by Region (Bar Chart)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3200400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Entry Fee vs Visitors (Scatter)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3749040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Free vs Paid Split (Donut)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4297680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Top 10 Revenue Generators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965EF1-B12B-C8FF-4121-358F2356F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3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5B6"/>
                </a:solidFill>
              </a:rPr>
              <a:t>Page 3: Visitor Insights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333EA"/>
                </a:solidFill>
              </a:rPr>
              <a:t>HOW DO VISITORS EXPERIENCE THESE DESTINATIONS?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252A3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Performance Indicators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Total Visitors (340M)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Avg Visit Duration (3.2 hours)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UNESCO Visitors (subset)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Non-UNESCO Visitors (subset)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D29"/>
                </a:solidFill>
              </a:rPr>
              <a:t>Visual Components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Visitors by Type (Column Chart)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65176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Avg Duration by Type (Line)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20040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UNESCO vs Non-UNESCO by Region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374904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Top 10 by Visit Duration (Funnel)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4297680"/>
            <a:ext cx="137160" cy="13716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Detailed Place Information (Table)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FC1A1F-4443-ED9E-0E84-100909906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2132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0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Insights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252A34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🌎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33EA"/>
                </a:solidFill>
              </a:rPr>
              <a:t>Geographic Concentration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North America dominates with 10 of 30 famous places. The United States alone contains the highest number of world-renowned destinations.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252A34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63040" y="3108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33EA"/>
                </a:solidFill>
              </a:rPr>
              <a:t>Revenue Power Players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5661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Las Vegas Strip generates $6.8B in revenue—more than entire regions combined. Theme parks and entertainment districts create exceptional value.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</a:rPr>
              <a:t>1 of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Insights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252A34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</a:rPr>
              <a:t>Pricing Sweet Spot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Moderate pricing ($20-50) achieves strong revenue without significant visitor decline. Premium pricing above $70 substantially limits volume.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252A34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63040" y="3108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</a:rPr>
              <a:t>Engagement = Revenue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5661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Multi-experience destinations achieve 8-10 hour visits vs 1-2 hours for monuments. Extended engagement correlates with higher revenue per visitor.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</a:rPr>
              <a:t>2 of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5B6"/>
                </a:solidFill>
              </a:rPr>
              <a:t>Strategic Recommendations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333EA"/>
                </a:solidFill>
              </a:rPr>
              <a:t>Development &amp; Expansion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Invest in underrepresented regions (Africa, South America) to capture untapped markets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Focus on creating extended-engagement destinations (6+ hours)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Combine UNESCO heritage with modern amenities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Revenue Optimization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Implement dynamic pricing ($30-50 sweet spot)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Benchmark against North American operational excellence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</a:rPr>
              <a:t>Create integrated experiences that maximize visitor engagement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5B6"/>
                </a:solidFill>
              </a:rPr>
              <a:t>Technical Specifications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252A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 Source: world_famous_places_2024.csv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30 destinations across 13 columns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 missing values—clean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252A34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 Specifications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Dark theme with purple/teal accents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Interactive navigation panel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Optimized for executive presentation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D29"/>
                </a:solidFill>
              </a:rPr>
              <a:t>Key DAX Measures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Visitors, Total Revenue, Total Places, UNESCO Sites Count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Revenue per Visitor = DIVIDE([Total Revenue], [Total Visitors])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Free/Paid Attractions = CALCULATE(COUNTROWS, Entry_Fee condition)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FAMOUS PLACES 2024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333EA"/>
                </a:solidFill>
              </a:rPr>
              <a:t>Dashboard Ready for Stakeholder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3383280"/>
            <a:ext cx="4572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340M annual visitors  •  $18B tourism revenue  •  30 iconic destinations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7674</TotalTime>
  <Words>594</Words>
  <Application>Microsoft Office PowerPoint</Application>
  <PresentationFormat>On-screen Show (16:9)</PresentationFormat>
  <Paragraphs>109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Famous Places 2024 Dashboard Overview</dc:title>
  <dc:subject>PptxGenJS Presentation</dc:subject>
  <dc:creator>Dashboard Analytics Team</dc:creator>
  <cp:lastModifiedBy>Yusuf Ayomide</cp:lastModifiedBy>
  <cp:revision>3</cp:revision>
  <dcterms:created xsi:type="dcterms:W3CDTF">2026-03-03T23:09:16Z</dcterms:created>
  <dcterms:modified xsi:type="dcterms:W3CDTF">2026-03-11T15:23:32Z</dcterms:modified>
</cp:coreProperties>
</file>